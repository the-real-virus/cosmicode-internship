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Source Sans 3" panose="020B0604020202020204" charset="0"/>
      <p:regular r:id="rId13"/>
    </p:embeddedFont>
    <p:embeddedFont>
      <p:font typeface="Source Serif 4 Semi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265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058716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Task 5</a:t>
            </a: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— Detailed Penetration Test Findings &amp; Report</a:t>
            </a: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4121825"/>
            <a:ext cx="605075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1.</a:t>
            </a: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Executive Summary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5184815"/>
            <a:ext cx="12954952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controlled penetration test was performed against the Metasploitable2 lab host (192.168.0.102) using Kali Linux. The engagement followed a standard pentest flow: reconnaissance (Nmap, whois, traceroute), vulnerability scanning (Nessus), and targeted exploitation (Metasploit). Multiple high- and critical-severity vulnerabilities were identified. A successful remote code execution exploit against Samba (CVE-2007- 2447) yielded a root shell, confirming full system compromise. Detailed findings and remediation guidance follow.</a:t>
            </a: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646039"/>
            <a:ext cx="456402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2.</a:t>
            </a:r>
            <a:r>
              <a:rPr lang="en-US" sz="35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Scope &amp; Objectives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324124" y="2448639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Scope: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Single host Metasploitable2 (192.168.0.102) in an isolated VirtualBox lab.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329838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Objectives: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24124" y="376511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Discover open ports and running services.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24124" y="423183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Identify known vulnerabilities and misconfigurations.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324124" y="4698563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Exploit critical vulnerabilities to demonstrate impact (ethical, lab-only).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324124" y="554831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Produce remediation guidance and validation steps.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324124" y="6200537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(Sources: Task 1 reconnaissance and Task 2 Nessus scan summary).</a:t>
            </a: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27408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3.</a:t>
            </a: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Methodology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2337078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01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4124" y="2713434"/>
            <a:ext cx="3614618" cy="3048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6" name="Text 3"/>
          <p:cNvSpPr/>
          <p:nvPr/>
        </p:nvSpPr>
        <p:spPr>
          <a:xfrm>
            <a:off x="6324124" y="289405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Reconnaissance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324124" y="3389590"/>
            <a:ext cx="361461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whois, traceroute, and nmap -A -T4 to enumerate network and services. (See Task 1.)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0178058" y="2337078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02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10178058" y="2713434"/>
            <a:ext cx="3614618" cy="3048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0" name="Text 7"/>
          <p:cNvSpPr/>
          <p:nvPr/>
        </p:nvSpPr>
        <p:spPr>
          <a:xfrm>
            <a:off x="10178058" y="2894052"/>
            <a:ext cx="314396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Vulnerability Scanning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178058" y="3389590"/>
            <a:ext cx="361461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Nessus Essentials basic network scan used to identify CVEs and severity levels. (See Task 2.)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324124" y="4957405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6324124" y="5333762"/>
            <a:ext cx="7468553" cy="3048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4" name="Text 11"/>
          <p:cNvSpPr/>
          <p:nvPr/>
        </p:nvSpPr>
        <p:spPr>
          <a:xfrm>
            <a:off x="6324124" y="551438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Exploitation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324124" y="600991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Metasploit used to exploit high/critical findings (Samba usermap_script) and verify rootlevel access. (See Task 3.)</a:t>
            </a: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8399" y="415171"/>
            <a:ext cx="7407712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4.</a:t>
            </a:r>
            <a:r>
              <a:rPr lang="en-US" sz="27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Summary of Key Findings (Consolidated)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8399" y="1161217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most important, high-impact findings discovered and validated during the engagement: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28399" y="1572458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Samba — username map script RCE (CVE-2007-2447)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28399" y="1866662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Ports: 139/445 (SMB).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28399" y="2160865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Severity: Critical (RCE).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28399" y="2455069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Evidence: Successful Metasploit exploit / reverse shell; whoami returned root.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8399" y="2749272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vsftpd 2.3.4 Backdoor (CVE-2011-2523)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8399" y="3043476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Port: 21 (FTP).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28399" y="3337679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Severity: Critical backdoor allows remote command execution (anonymous FTP present).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28399" y="3631883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UnrealIRCd backdoor (CVE-2010-2075)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28399" y="3926086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Port: 6667 (IRC).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8399" y="4220289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Severity: Critical remote shell possible.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8399" y="4514493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ProFTPD mod_copy (CVE-2015-3306)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8399" y="4808696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Port: 2121 (FTP alternative).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8399" y="5102900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Severity: Critical arbitrary file copy leading to code execution.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8399" y="5397103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Apache Tomcat with Default Credentials (CVE-2009-3548)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8399" y="5691307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Port: 8180.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8399" y="5985510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Severity: Critical/High default admin credentials can allow WAR deployment and remote code execution.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8399" y="6279713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Exposed Databases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8399" y="6573917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MySQL (3306) and PostgreSQL (5432) accessible; multiple version-specific issues found.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8399" y="6868120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Other issues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8399" y="7162324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SSLv2 enabled on SMTP (deprecated and insecure), many legacy/unused services (telnet, rlogin, rexec), banner disclosure, and weak/old SSH version.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8399" y="7573566"/>
            <a:ext cx="13573601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(Full list and counts of Critical/High/Medium/Low were documented in Task 2.)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4267081"/>
            <a:ext cx="754249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5.</a:t>
            </a:r>
            <a:r>
              <a:rPr lang="en-US" sz="35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Proof of Compromise (Evidence)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37724" y="506968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Metasploit session opened via exploit/multi/samba/usermap_script with reverse handler.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5536406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Shell output from the compromised host demonstrated root privileges (sample): whoami -&gt; root; interactive bash shell on /bin/bash.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657165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(Full command sequence and proof are recorded in the Task 3 report).</a:t>
            </a: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447" y="567690"/>
            <a:ext cx="5928003" cy="48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6.</a:t>
            </a:r>
            <a:r>
              <a:rPr lang="en-US" sz="30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Risk Assessment (Prioritized)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20447" y="1463516"/>
            <a:ext cx="13189506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High-level risk assessment with recommended priority: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0447" y="2024420"/>
            <a:ext cx="13189506" cy="5076587"/>
          </a:xfrm>
          <a:prstGeom prst="roundRect">
            <a:avLst>
              <a:gd name="adj" fmla="val 170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8067" y="2032040"/>
            <a:ext cx="13174266" cy="5915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34045" y="2163128"/>
            <a:ext cx="287821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Samba RCE (CVE-2007-2447)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31362" y="2163128"/>
            <a:ext cx="287440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24869" y="2163128"/>
            <a:ext cx="287440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 system compromise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18376" y="2163128"/>
            <a:ext cx="287821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Immediate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8067" y="2623542"/>
            <a:ext cx="13174266" cy="5915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34045" y="2754630"/>
            <a:ext cx="287821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vsftpd backdoor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31362" y="2754630"/>
            <a:ext cx="287440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24869" y="2754630"/>
            <a:ext cx="287440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Remote code execution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818376" y="2754630"/>
            <a:ext cx="287821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Immediate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8067" y="3215045"/>
            <a:ext cx="13174266" cy="5915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34045" y="3346133"/>
            <a:ext cx="287821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UnrealIRCd backdoor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31362" y="3346133"/>
            <a:ext cx="287440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24869" y="3346133"/>
            <a:ext cx="287440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Remote shell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818376" y="3346133"/>
            <a:ext cx="287821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Immediate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8067" y="3806547"/>
            <a:ext cx="13174266" cy="5915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34045" y="3937635"/>
            <a:ext cx="287821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ProFTPD mod_copy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31362" y="3937635"/>
            <a:ext cx="287440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24869" y="3937635"/>
            <a:ext cx="287440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File/Code execution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818376" y="3937635"/>
            <a:ext cx="287821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Immediate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8067" y="4398050"/>
            <a:ext cx="13174266" cy="5915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34045" y="4529138"/>
            <a:ext cx="287821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Default Tomcat creds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31362" y="4529138"/>
            <a:ext cx="287440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24869" y="4529138"/>
            <a:ext cx="287440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Application takeover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18376" y="4529138"/>
            <a:ext cx="287821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8067" y="4989552"/>
            <a:ext cx="13174266" cy="5915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34045" y="5120640"/>
            <a:ext cx="287821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Exposed DBs (MySQL/Postgres)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231362" y="5120640"/>
            <a:ext cx="287440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Medium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24869" y="5120640"/>
            <a:ext cx="287440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exfiltration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818376" y="5120640"/>
            <a:ext cx="287821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28067" y="5581055"/>
            <a:ext cx="13174266" cy="5915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34045" y="5712143"/>
            <a:ext cx="287821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SSLv2 on SMTP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231362" y="5712143"/>
            <a:ext cx="287440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Medium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24869" y="5712143"/>
            <a:ext cx="287440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MITM risk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818376" y="5712143"/>
            <a:ext cx="287821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Medium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28067" y="6172557"/>
            <a:ext cx="13174266" cy="9208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34045" y="6303645"/>
            <a:ext cx="2878217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Banner disclosure / deprecated services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231362" y="6303645"/>
            <a:ext cx="287440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Medium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24869" y="6303645"/>
            <a:ext cx="287440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Recon facilitation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818376" y="6303645"/>
            <a:ext cx="287821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Medium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0447" y="7332583"/>
            <a:ext cx="13189506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(Assessment based on exploitability, impact, and lab verification).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2800" y="387191"/>
            <a:ext cx="9644539" cy="414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7.</a:t>
            </a:r>
            <a:r>
              <a:rPr lang="en-US" sz="26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Remediation &amp; Hardening Recommendations (Actionable)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2800" y="1082873"/>
            <a:ext cx="13644801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Prioritized, practical steps you can implement: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2800" y="1519357"/>
            <a:ext cx="4082415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Immediate (within 24–72 hours)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492800" y="2061924"/>
            <a:ext cx="13644801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/>
            </a:pPr>
            <a:r>
              <a:rPr lang="en-US" sz="11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Isolate the affected host</a:t>
            </a: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from production networks (if this were a real host).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2800" y="2336363"/>
            <a:ext cx="13644801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2"/>
            </a:pPr>
            <a:r>
              <a:rPr lang="en-US" sz="11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Patch/upgrade Samba</a:t>
            </a: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a secure, supported release; confirm fix for CVE-2007-2447. If immediate patching isn't possible, block SMB ports (139/445) at network perimeter/firewall.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2800" y="2610803"/>
            <a:ext cx="13644801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3"/>
            </a:pPr>
            <a:r>
              <a:rPr lang="en-US" sz="11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Disable anonymous FTP</a:t>
            </a: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update/remove vsftpd 2.3.4; upgrade to a maintained FTP server or disable if unused.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2800" y="2885242"/>
            <a:ext cx="13644801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4"/>
            </a:pPr>
            <a:r>
              <a:rPr lang="en-US" sz="11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Remove or disable backdoored/legacy services</a:t>
            </a: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(UnrealIRCd, ProFTPD) or replace with patched versions.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2800" y="3159681"/>
            <a:ext cx="13644801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5"/>
            </a:pPr>
            <a:r>
              <a:rPr lang="en-US" sz="11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Change default credentials</a:t>
            </a: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audit admin interfaces (Tomcat manager) — disable or restrict by IP.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2800" y="3596164"/>
            <a:ext cx="2946678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Short-term (1–4 weeks)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492800" y="4138732"/>
            <a:ext cx="13644801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/>
            </a:pPr>
            <a:r>
              <a:rPr lang="en-US" sz="11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Regenerate SSH host keys</a:t>
            </a: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move to modern OpenSSH with strong configuration (disable insecure ciphers/MACs).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2800" y="4413171"/>
            <a:ext cx="13644801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2"/>
            </a:pPr>
            <a:r>
              <a:rPr lang="en-US" sz="11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Disable SSLv2</a:t>
            </a: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protocol support on all services; enforce TLS 1.2+.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2800" y="4687610"/>
            <a:ext cx="13644801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3"/>
            </a:pPr>
            <a:r>
              <a:rPr lang="en-US" sz="11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Harden database access</a:t>
            </a: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restrict listening interfaces to localhost or internal subnets, enforce strong passwords, and enable encryption/auth plugins.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2800" y="4962049"/>
            <a:ext cx="13644801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4"/>
            </a:pPr>
            <a:r>
              <a:rPr lang="en-US" sz="11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Remove unnecessary services</a:t>
            </a: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(telnet, rlogin, rexecd) completely.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2800" y="5398532"/>
            <a:ext cx="3497461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Medium-term (1–3 months)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492800" y="5941100"/>
            <a:ext cx="13644801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/>
            </a:pPr>
            <a:r>
              <a:rPr lang="en-US" sz="11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network segmentation</a:t>
            </a: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limit lateral movement.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2800" y="6215539"/>
            <a:ext cx="13644801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2"/>
            </a:pPr>
            <a:r>
              <a:rPr lang="en-US" sz="11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IDS/IPS and central logging</a:t>
            </a: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(SIEM) to detect anomalous activities.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2800" y="6489978"/>
            <a:ext cx="13644801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3"/>
            </a:pPr>
            <a:r>
              <a:rPr lang="en-US" sz="11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patch management</a:t>
            </a: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regular vulnerability scanning cadence (weekly/monthly).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2800" y="6764417"/>
            <a:ext cx="13644801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4"/>
            </a:pPr>
            <a:r>
              <a:rPr lang="en-US" sz="11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 code/app review</a:t>
            </a: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web applications and enforce secure coding practices.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2800" y="7200900"/>
            <a:ext cx="165675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Long-term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2800" y="7619286"/>
            <a:ext cx="13644801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Regular security training, change management, and periodic full-scope penetration tests.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965722"/>
            <a:ext cx="7468553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8.</a:t>
            </a:r>
            <a:r>
              <a:rPr lang="en-US" sz="35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Validation Plan (How to confirm fixes)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37724" y="3331607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Font typeface="+mj-lt"/>
              <a:buAutoNum type="arabicPeriod"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Re-run Nessus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scan after each patch cycle and compare results to baseline (Task 2). Verify that the vulnerabilities are marked as "fixed."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4181356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Font typeface="+mj-lt"/>
              <a:buAutoNum type="arabicPeriod" startAt="2"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Run targeted verification tests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(e.g., re-run the Metasploit module against Samba in a safe manner) only after change approval.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5031105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Font typeface="+mj-lt"/>
              <a:buAutoNum type="arabicPeriod" startAt="3"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 regression tests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ensure functionality remains intact.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7724" y="549783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Font typeface="+mj-lt"/>
              <a:buAutoNum type="arabicPeriod" startAt="4"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 changes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a remediation log (date, change, responsible person, verification evidence).</a:t>
            </a: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43423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9.</a:t>
            </a: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Conclusion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497223"/>
            <a:ext cx="7468553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Metasploitable2 host intentionally contained multiple critical vulnerabilities which were discovered and exploited during the assessment. In a production setting, these vulnerabilities would enable complete system takeover and data loss. Immediate remediation of the critical findings is strongly recommended, followed by the broader hardening steps outlined above.</a:t>
            </a: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1055</Words>
  <Application>Microsoft Office PowerPoint</Application>
  <PresentationFormat>Custom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Source Serif 4 Semi Bold</vt:lpstr>
      <vt:lpstr>Source Sans 3</vt:lpstr>
      <vt:lpstr>Source Serif 4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The ViRuS</cp:lastModifiedBy>
  <cp:revision>2</cp:revision>
  <dcterms:created xsi:type="dcterms:W3CDTF">2025-08-11T10:01:48Z</dcterms:created>
  <dcterms:modified xsi:type="dcterms:W3CDTF">2025-08-11T10:06:53Z</dcterms:modified>
</cp:coreProperties>
</file>